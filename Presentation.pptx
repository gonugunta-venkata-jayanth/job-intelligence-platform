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8B11-4349-7167-48CF-91425455E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4C123-8F42-4122-4205-3A511A825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03DDD-151B-1108-431C-5DF5A9ED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0F76-1263-651F-D36B-B147B4DE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2967-8CE4-EEE2-5988-06EEF80A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3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4BD9-8DCC-F74B-9B36-44B1F746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70A2-2B12-15F2-FEA8-F85DFE663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1DB-7A94-8D7B-CE92-459ECB51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8F43F-44AE-E0D4-C811-9169FECB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850C7-14B2-C961-7477-13F7A8C3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9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D832-9F9E-3364-9008-7C2437DC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BACB2-F1CB-6098-C80D-39F4F415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72907-5EC7-B70F-45A1-42D0476F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FB6BD-CAB6-22CC-9B9A-C042ECF3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61098-7F87-582B-5ECF-DBD2BEAB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2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86B5-47E8-E9BC-A054-3509F30F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1F468-23E3-1879-B7AD-5DEFFF8C2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885B6-3EA3-0F77-6CBC-591C46E9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E317-AB80-99FC-8B0C-42346AF7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3AE40-919F-A397-2EF2-C8F834E6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AF6F-D793-0F73-545E-573C4EDE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3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1657-D8EB-99CB-BDBA-58F91A74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6000B-6F7D-F4B5-8CB5-EE49E887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3514-86D8-FF8E-3F60-98E177C0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FA6BB-5FA8-ACC1-29DE-593D8380B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0E85B9-31F2-EA21-73E2-4A0E9F2F9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6882A-7421-4715-B988-D709B1B3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2EC93-EA14-7A84-F4BE-48829038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2262-A94B-95D1-1F7B-C104C60D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5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7A97-F95F-896D-091D-E1E00C0B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00A72-1C70-1CBE-A1D7-216EB194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B8B62-A74E-32CE-10D1-5970A8F2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C8606-CEF5-4237-9C0A-965F6BB3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3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C8BB2-A75F-253A-BCD3-9950DE8E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8A0F1-141C-0AD9-C2A4-8CBA592D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FBE9C-F5B8-7321-D7E7-A9F553E7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2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213A-8765-08B1-3AF7-2D0A99B7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A64E6-4381-36D9-29E4-7AA67007A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0292E-9644-EE67-BD37-2CAF2D84F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AD171-6AC5-8B4E-871D-6AC62DCF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D1E98-FD83-F94B-BD36-8182731F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64B5B-C743-1F7B-339D-24845A4B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5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5F8A5-B425-542B-6AA6-61A5F3B3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2E24B-9633-7BDF-4782-5E7CA90C6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F19C6-A6FA-7A80-7FED-F07782A2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F0CC7-D172-8BEE-420D-F33EE4CA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952A9-1F5D-5366-FB25-EBD4E0F5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5B1E9-51E1-91EE-64B8-62751042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8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1708-572C-5B77-B732-B4C2927C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EEB0-D3A4-C5CF-34F2-27AE60C5B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8A12-6D56-A885-3DD0-237E5AA6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7547-C135-E4BC-79C9-9B2C529E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4F2FE-FCC3-3F8B-E987-D5854355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2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5CADC-63A1-1076-EE20-454E4F6B4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FEF39-C1D8-251D-9231-BBE7534D7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6F7A-A414-8676-3BEF-9BEC7092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A569-A5BF-3D96-B067-DBC8DC6B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D5DB0-70BB-5010-D8A7-FE9460CB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4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6ABBD-0B85-2ABB-DD71-0DAD054E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51897-DE8B-B0C8-4FDC-3048AEBF0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FC81-ABAE-1302-18C9-3634EAC73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688CE-F9C3-4933-95C0-C63B100C9A0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79AB-6111-CB6B-CEFA-5596D045D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454FB-0D0C-0F1A-B434-A302BEFBF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7F647-6F61-4C71-BAC1-19D07146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0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51A06047-BD19-8F1F-BCD5-71828367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" r="19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48E0230A-4B01-7FF3-E11F-271B6530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2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66084-D273-E6BF-DE8E-3BEED8503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9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1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data platform&#10;&#10;AI-generated content may be incorrect.">
            <a:extLst>
              <a:ext uri="{FF2B5EF4-FFF2-40B4-BE49-F238E27FC236}">
                <a16:creationId xmlns:a16="http://schemas.microsoft.com/office/drawing/2014/main" id="{84821AF7-6C24-E424-2509-23AC71FE9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1" r="3378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9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4C6E36-D07A-9388-61EC-1046A721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2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1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CECE0A-EAF4-6556-27A5-0331A726B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93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4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6F5C15-303D-4A8E-A741-0FE20C5C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64" b="2"/>
          <a:stretch>
            <a:fillRect/>
          </a:stretch>
        </p:blipFill>
        <p:spPr>
          <a:xfrm>
            <a:off x="665491" y="457200"/>
            <a:ext cx="1086101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A6ABCC-984B-F926-0ADC-2444BD8B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41"/>
          <a:stretch>
            <a:fillRect/>
          </a:stretch>
        </p:blipFill>
        <p:spPr>
          <a:xfrm>
            <a:off x="665511" y="457200"/>
            <a:ext cx="1086097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6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DD10E-CC6C-2205-C454-4DE5DB71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3480"/>
            <a:ext cx="11277600" cy="45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49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4F27D5-449D-62E5-992B-7865774F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4451"/>
            <a:ext cx="11277600" cy="422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3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07460A-B6D9-0BA4-77FB-B9E704330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"/>
            <a:ext cx="11277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9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A9F1F2-A776-DB13-C387-83CBFFE9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4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A324E4CE-B880-58A2-A645-88484A3EC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9250"/>
            <a:ext cx="11277600" cy="5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4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BACC636-F33E-C3CC-3D7D-EEC8C32E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4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7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 G.V</dc:creator>
  <cp:lastModifiedBy>Jayanth G.V</cp:lastModifiedBy>
  <cp:revision>1</cp:revision>
  <dcterms:created xsi:type="dcterms:W3CDTF">2025-12-08T06:31:57Z</dcterms:created>
  <dcterms:modified xsi:type="dcterms:W3CDTF">2025-12-08T06:41:43Z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2025-12-08T06:41:24Z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04f76156-129f-410b-8505-9bfbff44e7c4</vt:lpwstr>
  </property>
  <property fmtid="{D5CDD505-2E9C-101B-9397-08002B2CF9AE}" pid="7" name="MSIP_Label_defa4170-0d19-0005-0004-bc88714345d2_ActionId">
    <vt:lpwstr>6e1a990d-d154-44a9-b211-6d053529a07a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